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677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6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02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53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30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75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8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65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3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797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592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4747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783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78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8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1908B-6F76-4690-9054-9C75E7346F06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A85E7F9-B22B-4A8D-9495-844C9F2735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6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34F8-F14A-6739-3552-19176DC95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1255594"/>
            <a:ext cx="8915399" cy="232011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STEEL PRODUCTION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24519-5D9C-E709-7282-F203881C7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 - Deepna Pradeep </a:t>
            </a:r>
            <a:r>
              <a:rPr lang="en-IN" dirty="0" err="1"/>
              <a:t>Venghilot</a:t>
            </a:r>
            <a:endParaRPr lang="en-IN" dirty="0"/>
          </a:p>
          <a:p>
            <a:r>
              <a:rPr lang="en-IN" dirty="0"/>
              <a:t>                         </a:t>
            </a:r>
            <a:r>
              <a:rPr lang="en-IN" dirty="0" err="1"/>
              <a:t>Matrikel</a:t>
            </a:r>
            <a:r>
              <a:rPr lang="en-IN" dirty="0"/>
              <a:t> Nr - 12455458</a:t>
            </a:r>
          </a:p>
        </p:txBody>
      </p:sp>
    </p:spTree>
    <p:extLst>
      <p:ext uri="{BB962C8B-B14F-4D97-AF65-F5344CB8AC3E}">
        <p14:creationId xmlns:p14="http://schemas.microsoft.com/office/powerpoint/2010/main" val="241911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2F00-B33A-2CCD-6A45-5DDFFC283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824" y="624110"/>
            <a:ext cx="9211788" cy="1280890"/>
          </a:xfrm>
        </p:spPr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5E716-4BEC-44CC-B211-67EF3E43C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006" y="1905000"/>
            <a:ext cx="8915400" cy="37776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This project focuses on evaluating steel production data to build regression models to predict the factors which determine the steel quality.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main objective of this project is to reduce the defect occurrence, improve product quality and to increase the overall performance 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process workflow includes data preprocessing, exploratory data analysis(EDA), model building, training, evaluation and visualisation.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696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4ADF-B4BE-5C7B-6324-1CE31D28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585" y="624110"/>
            <a:ext cx="9280027" cy="128089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36A5-0DDD-F4D7-C432-55FF33CC8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585" y="1905000"/>
            <a:ext cx="9280027" cy="400622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u="sng" dirty="0"/>
              <a:t>PROJECT OVERVIEW</a:t>
            </a: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Steel production consists of different stages where factors like temperature, chemical composition, processing time, impurities, pressure and cooling rate depends the quality of steel.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This study helps manufacturers to identify the quality results and increase overall process efficiency.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89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ACB0-878A-DFAE-CC1F-18DF5537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170" y="1214651"/>
            <a:ext cx="9971597" cy="4285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OBJECTIVES</a:t>
            </a:r>
          </a:p>
          <a:p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/>
              <a:t>The main objective is to predict a factor that describes the steel quality before the production process with the help of regression models.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To lower defect occurrence to enhance quality for higher productivity.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To analyse model performance using evaluation metrics.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To visualize results and derive meaningful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82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088A-693F-D55D-3773-9A732758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006" y="637758"/>
            <a:ext cx="9102607" cy="1280890"/>
          </a:xfrm>
        </p:spPr>
        <p:txBody>
          <a:bodyPr/>
          <a:lstStyle/>
          <a:p>
            <a:r>
              <a:rPr lang="en-IN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C0222-2FD4-82A8-EBE4-3EBB52F5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006" y="1692322"/>
            <a:ext cx="9102606" cy="4218900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DATASET CHARACTERISTICS</a:t>
            </a:r>
          </a:p>
          <a:p>
            <a:pPr marL="0" indent="0">
              <a:buNone/>
            </a:pPr>
            <a:endParaRPr lang="en-IN" u="sng" dirty="0"/>
          </a:p>
          <a:p>
            <a:pPr algn="just">
              <a:lnSpc>
                <a:spcPct val="150000"/>
              </a:lnSpc>
            </a:pPr>
            <a:r>
              <a:rPr lang="en-IN" dirty="0"/>
              <a:t>The project has two datasets – the training dataset and the testing dataset.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Both the datasets consists of 22 columns including the target variable(output).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train dataset has 7642 entries while the test dataset has 3337 entries.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33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8CFB-60A8-B5D7-3931-1D827025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597" y="968991"/>
            <a:ext cx="9048015" cy="4942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/>
              <a:t>PREPROCESSING STEPS</a:t>
            </a:r>
          </a:p>
          <a:p>
            <a:pPr marL="0" indent="0">
              <a:buNone/>
            </a:pPr>
            <a:endParaRPr lang="en-IN" u="sng" dirty="0"/>
          </a:p>
          <a:p>
            <a:pPr algn="just">
              <a:lnSpc>
                <a:spcPct val="150000"/>
              </a:lnSpc>
            </a:pPr>
            <a:r>
              <a:rPr lang="en-IN" dirty="0"/>
              <a:t>Removal of duplicate records.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Handling missing values using mean/median imputation.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Outlier detection and treatment using IQR method.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Conversion of categorical variables into numeric values.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Checking data consistency.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Data Normalization and data splitting into training, testing and validation splits.</a:t>
            </a:r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24770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A3C9-8AD3-7F31-A3E5-1E96EA15D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805218"/>
            <a:ext cx="8915400" cy="1099782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E53CD-ABF9-4AF9-148C-76545B63B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87856"/>
            <a:ext cx="8915400" cy="412336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u="sng" dirty="0"/>
              <a:t>MODELS IMPLEMENTED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The following regression models were implemented and evaluated.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Random Forest Regressor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Support Vector Machine(SVM)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Multi-Layer Perceptron(MLP)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Gaussian Process Regressor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73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51849-E698-AB2A-CDE9-E05605205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484" y="1228298"/>
            <a:ext cx="8966128" cy="468292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u="sng" dirty="0"/>
              <a:t>TRAINING APPROACH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u="sng" dirty="0"/>
          </a:p>
          <a:p>
            <a:pPr algn="just">
              <a:lnSpc>
                <a:spcPct val="150000"/>
              </a:lnSpc>
            </a:pPr>
            <a:r>
              <a:rPr lang="en-IN" dirty="0"/>
              <a:t>The dataset is split into training, testing and validation split.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models are trained using the training data.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Each model identifies the relationship between the parameters and steel quality using its corresponding learning algorithm.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Model predictions are based on the test dataset.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917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2523-B8CF-8126-64B9-8B2994B6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655" y="624110"/>
            <a:ext cx="9088958" cy="128089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ACB0-4A9F-709D-3540-9495EC96C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654" y="1787857"/>
            <a:ext cx="9088958" cy="412336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u="sng" dirty="0"/>
              <a:t>PERFORMANCE METRICS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All the above mentioned models were evaluated using the following metrics.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Root mean squared error(RMSE)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Mean absolute error(MAE)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R2 score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87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25C3-4A69-B75C-4056-A8A1FBC39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10184"/>
            <a:ext cx="8915400" cy="4601037"/>
          </a:xfrm>
        </p:spPr>
        <p:txBody>
          <a:bodyPr/>
          <a:lstStyle/>
          <a:p>
            <a:pPr marL="0" indent="0">
              <a:buNone/>
            </a:pPr>
            <a:r>
              <a:rPr lang="en-IN" u="sng" dirty="0"/>
              <a:t>VISUALISATIONS</a:t>
            </a:r>
          </a:p>
          <a:p>
            <a:pPr marL="0" indent="0">
              <a:buNone/>
            </a:pPr>
            <a:endParaRPr lang="en-IN" u="sng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The below visualisations were produced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Model comparison bar chart(RMSE, MAE, R2).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Prediction vs Actual plots validate prediction accuracy.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Residual plot to analyse error distribution.</a:t>
            </a:r>
          </a:p>
          <a:p>
            <a:pPr marL="0" indent="0">
              <a:buNone/>
            </a:pP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197012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F6D747-76F0-4B72-E5CB-378B54D8E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73" y="286603"/>
            <a:ext cx="9225887" cy="5404514"/>
          </a:xfrm>
        </p:spPr>
      </p:pic>
    </p:spTree>
    <p:extLst>
      <p:ext uri="{BB962C8B-B14F-4D97-AF65-F5344CB8AC3E}">
        <p14:creationId xmlns:p14="http://schemas.microsoft.com/office/powerpoint/2010/main" val="417104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5159-B07C-92B1-A3BD-BB255653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245" y="624110"/>
            <a:ext cx="9034367" cy="1280890"/>
          </a:xfrm>
        </p:spPr>
        <p:txBody>
          <a:bodyPr/>
          <a:lstStyle/>
          <a:p>
            <a:r>
              <a:rPr lang="en-IN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4C2A-E859-F784-B418-E57256826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245" y="1733266"/>
            <a:ext cx="9034367" cy="417795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u="sng" dirty="0"/>
              <a:t>MODEL COMPARISON AND INSIGHTS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Among all the models, Random forest model performed well followed by SVM.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Random forest model has the highest r2-score of 0.39 with least error values (0.06 - RMSE and 0.04 - MAE).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r2- score of SVM is 0.16 with RMSE and MSE values – 0.07 and 0.05.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other two models underperformed with high error values and r2 score.</a:t>
            </a:r>
          </a:p>
        </p:txBody>
      </p:sp>
    </p:spTree>
    <p:extLst>
      <p:ext uri="{BB962C8B-B14F-4D97-AF65-F5344CB8AC3E}">
        <p14:creationId xmlns:p14="http://schemas.microsoft.com/office/powerpoint/2010/main" val="2366102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0B7E-B949-795B-DD17-E6664297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301" y="946778"/>
            <a:ext cx="9075312" cy="95822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A048-CD83-244C-7621-42BD4B085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300" y="1905000"/>
            <a:ext cx="9075311" cy="40062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This project shows successful prediction of factor that describes the quality of steel at the initial production stage to minimize defect and increase overall performance efficiency.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Random Forest Regressor model showed the best performance with highest r2 score and lowest error values.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Through effective model building and training, the machine learning model helped in prediction of a factor that influence steel quality.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56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B00DA-C052-67C9-ABE7-E3CED6E3B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340" y="2661312"/>
            <a:ext cx="7178271" cy="1883391"/>
          </a:xfrm>
        </p:spPr>
        <p:txBody>
          <a:bodyPr>
            <a:normAutofit/>
          </a:bodyPr>
          <a:lstStyle/>
          <a:p>
            <a:r>
              <a:rPr lang="en-IN" sz="4800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3841830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118</TotalTime>
  <Words>558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STEEL PRODUCTION DATA ANALYSIS</vt:lpstr>
      <vt:lpstr>Abstract</vt:lpstr>
      <vt:lpstr>Introduction</vt:lpstr>
      <vt:lpstr>PowerPoint Presentation</vt:lpstr>
      <vt:lpstr>Data Description</vt:lpstr>
      <vt:lpstr>PowerPoint Presentation</vt:lpstr>
      <vt:lpstr>Methodology</vt:lpstr>
      <vt:lpstr>PowerPoint Presentation</vt:lpstr>
      <vt:lpstr>Results</vt:lpstr>
      <vt:lpstr>PowerPoint Presentation</vt:lpstr>
      <vt:lpstr>PowerPoint Presentation</vt:lpstr>
      <vt:lpstr>Discussion</vt:lpstr>
      <vt:lpstr>Conclusion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deepna p</dc:creator>
  <cp:lastModifiedBy>deepna p</cp:lastModifiedBy>
  <cp:revision>1</cp:revision>
  <dcterms:created xsi:type="dcterms:W3CDTF">2026-01-14T21:29:19Z</dcterms:created>
  <dcterms:modified xsi:type="dcterms:W3CDTF">2026-01-14T23:28:06Z</dcterms:modified>
</cp:coreProperties>
</file>